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Sergio Trendy" charset="1" panose="00000000000000000000"/>
      <p:regular r:id="rId11"/>
    </p:embeddedFont>
    <p:embeddedFont>
      <p:font typeface="Alata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0319" y="7205129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0" y="0"/>
                </a:moveTo>
                <a:lnTo>
                  <a:pt x="6627681" y="0"/>
                </a:lnTo>
                <a:lnTo>
                  <a:pt x="6627681" y="3081871"/>
                </a:lnTo>
                <a:lnTo>
                  <a:pt x="0" y="3081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6627681" y="3081871"/>
                </a:moveTo>
                <a:lnTo>
                  <a:pt x="0" y="3081871"/>
                </a:lnTo>
                <a:lnTo>
                  <a:pt x="0" y="0"/>
                </a:lnTo>
                <a:lnTo>
                  <a:pt x="6627681" y="0"/>
                </a:lnTo>
                <a:lnTo>
                  <a:pt x="6627681" y="30818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28361" y="1238754"/>
            <a:ext cx="15231278" cy="7809492"/>
          </a:xfrm>
          <a:custGeom>
            <a:avLst/>
            <a:gdLst/>
            <a:ahLst/>
            <a:cxnLst/>
            <a:rect r="r" b="b" t="t" l="l"/>
            <a:pathLst>
              <a:path h="7809492" w="15231278">
                <a:moveTo>
                  <a:pt x="15231278" y="0"/>
                </a:moveTo>
                <a:lnTo>
                  <a:pt x="0" y="0"/>
                </a:lnTo>
                <a:lnTo>
                  <a:pt x="0" y="7809492"/>
                </a:lnTo>
                <a:lnTo>
                  <a:pt x="15231278" y="7809492"/>
                </a:lnTo>
                <a:lnTo>
                  <a:pt x="152312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447579" y="6254878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0" y="0"/>
                </a:moveTo>
                <a:lnTo>
                  <a:pt x="630552" y="0"/>
                </a:lnTo>
                <a:lnTo>
                  <a:pt x="630552" y="6637397"/>
                </a:lnTo>
                <a:lnTo>
                  <a:pt x="0" y="6637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4163849" y="-2605275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630553" y="6637397"/>
                </a:moveTo>
                <a:lnTo>
                  <a:pt x="0" y="6637397"/>
                </a:lnTo>
                <a:lnTo>
                  <a:pt x="0" y="0"/>
                </a:lnTo>
                <a:lnTo>
                  <a:pt x="630553" y="0"/>
                </a:lnTo>
                <a:lnTo>
                  <a:pt x="630553" y="663739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43491" y="3415246"/>
            <a:ext cx="12001017" cy="2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5"/>
              </a:lnSpc>
            </a:pPr>
            <a:r>
              <a:rPr lang="en-US" sz="10185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TUGAS PRESENTASI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27681" y="6334214"/>
            <a:ext cx="5032639" cy="91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5"/>
              </a:lnSpc>
              <a:spcBef>
                <a:spcPct val="0"/>
              </a:spcBef>
            </a:pPr>
            <a:r>
              <a:rPr lang="en-US" sz="7595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FEBI TIFA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0319" y="7205129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0" y="0"/>
                </a:moveTo>
                <a:lnTo>
                  <a:pt x="6627681" y="0"/>
                </a:lnTo>
                <a:lnTo>
                  <a:pt x="6627681" y="3081871"/>
                </a:lnTo>
                <a:lnTo>
                  <a:pt x="0" y="3081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6627681" y="3081871"/>
                </a:moveTo>
                <a:lnTo>
                  <a:pt x="0" y="3081871"/>
                </a:lnTo>
                <a:lnTo>
                  <a:pt x="0" y="0"/>
                </a:lnTo>
                <a:lnTo>
                  <a:pt x="6627681" y="0"/>
                </a:lnTo>
                <a:lnTo>
                  <a:pt x="6627681" y="30818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3447579" y="6254878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0" y="0"/>
                </a:moveTo>
                <a:lnTo>
                  <a:pt x="630552" y="0"/>
                </a:lnTo>
                <a:lnTo>
                  <a:pt x="630552" y="6637397"/>
                </a:lnTo>
                <a:lnTo>
                  <a:pt x="0" y="663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4163849" y="-2605275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630553" y="6637397"/>
                </a:moveTo>
                <a:lnTo>
                  <a:pt x="0" y="6637397"/>
                </a:lnTo>
                <a:lnTo>
                  <a:pt x="0" y="0"/>
                </a:lnTo>
                <a:lnTo>
                  <a:pt x="630553" y="0"/>
                </a:lnTo>
                <a:lnTo>
                  <a:pt x="630553" y="66373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13840" y="831992"/>
            <a:ext cx="11739331" cy="868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8"/>
              </a:lnSpc>
            </a:pPr>
            <a:r>
              <a:rPr lang="en-US" sz="7228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JUDUL WEBSITE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06988" y="2214345"/>
            <a:ext cx="11424781" cy="6531719"/>
            <a:chOff x="0" y="0"/>
            <a:chExt cx="3008996" cy="172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08996" cy="1720288"/>
            </a:xfrm>
            <a:custGeom>
              <a:avLst/>
              <a:gdLst/>
              <a:ahLst/>
              <a:cxnLst/>
              <a:rect r="r" b="b" t="t" l="l"/>
              <a:pathLst>
                <a:path h="1720288" w="3008996">
                  <a:moveTo>
                    <a:pt x="34560" y="0"/>
                  </a:moveTo>
                  <a:lnTo>
                    <a:pt x="2974436" y="0"/>
                  </a:lnTo>
                  <a:cubicBezTo>
                    <a:pt x="2993523" y="0"/>
                    <a:pt x="3008996" y="15473"/>
                    <a:pt x="3008996" y="34560"/>
                  </a:cubicBezTo>
                  <a:lnTo>
                    <a:pt x="3008996" y="1685729"/>
                  </a:lnTo>
                  <a:cubicBezTo>
                    <a:pt x="3008996" y="1704815"/>
                    <a:pt x="2993523" y="1720288"/>
                    <a:pt x="2974436" y="1720288"/>
                  </a:cubicBezTo>
                  <a:lnTo>
                    <a:pt x="34560" y="1720288"/>
                  </a:lnTo>
                  <a:cubicBezTo>
                    <a:pt x="25394" y="1720288"/>
                    <a:pt x="16604" y="1716647"/>
                    <a:pt x="10122" y="1710166"/>
                  </a:cubicBezTo>
                  <a:cubicBezTo>
                    <a:pt x="3641" y="1703685"/>
                    <a:pt x="0" y="1694894"/>
                    <a:pt x="0" y="1685729"/>
                  </a:cubicBezTo>
                  <a:lnTo>
                    <a:pt x="0" y="34560"/>
                  </a:lnTo>
                  <a:cubicBezTo>
                    <a:pt x="0" y="25394"/>
                    <a:pt x="3641" y="16604"/>
                    <a:pt x="10122" y="10122"/>
                  </a:cubicBezTo>
                  <a:cubicBezTo>
                    <a:pt x="16604" y="3641"/>
                    <a:pt x="25394" y="0"/>
                    <a:pt x="3456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98ED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08996" cy="1758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860275" y="3301778"/>
            <a:ext cx="12118207" cy="466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WEBSITE </a:t>
            </a:r>
          </a:p>
          <a:p>
            <a:pPr algn="ctr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MENU</a:t>
            </a:r>
          </a:p>
          <a:p>
            <a:pPr algn="ctr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DIMSUM </a:t>
            </a:r>
          </a:p>
          <a:p>
            <a:pPr algn="ctr">
              <a:lnSpc>
                <a:spcPts val="9345"/>
              </a:lnSpc>
              <a:spcBef>
                <a:spcPct val="0"/>
              </a:spcBef>
            </a:pPr>
            <a:r>
              <a:rPr lang="en-US" sz="9345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NARAWI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0319" y="7205129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0" y="0"/>
                </a:moveTo>
                <a:lnTo>
                  <a:pt x="6627681" y="0"/>
                </a:lnTo>
                <a:lnTo>
                  <a:pt x="6627681" y="3081871"/>
                </a:lnTo>
                <a:lnTo>
                  <a:pt x="0" y="3081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6627681" y="3081871"/>
                </a:moveTo>
                <a:lnTo>
                  <a:pt x="0" y="3081871"/>
                </a:lnTo>
                <a:lnTo>
                  <a:pt x="0" y="0"/>
                </a:lnTo>
                <a:lnTo>
                  <a:pt x="6627681" y="0"/>
                </a:lnTo>
                <a:lnTo>
                  <a:pt x="6627681" y="30818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3447579" y="6254878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0" y="0"/>
                </a:moveTo>
                <a:lnTo>
                  <a:pt x="630552" y="0"/>
                </a:lnTo>
                <a:lnTo>
                  <a:pt x="630552" y="6637397"/>
                </a:lnTo>
                <a:lnTo>
                  <a:pt x="0" y="663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4163849" y="-2605275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630553" y="6637397"/>
                </a:moveTo>
                <a:lnTo>
                  <a:pt x="0" y="6637397"/>
                </a:lnTo>
                <a:lnTo>
                  <a:pt x="0" y="0"/>
                </a:lnTo>
                <a:lnTo>
                  <a:pt x="630553" y="0"/>
                </a:lnTo>
                <a:lnTo>
                  <a:pt x="630553" y="66373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79825" y="1344192"/>
            <a:ext cx="10728350" cy="86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8"/>
              </a:lnSpc>
            </a:pPr>
            <a:r>
              <a:rPr lang="en-US" sz="7228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LATAR BELAKANG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51129" y="2881068"/>
            <a:ext cx="13985742" cy="5708333"/>
            <a:chOff x="0" y="0"/>
            <a:chExt cx="3683488" cy="15034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3488" cy="1503429"/>
            </a:xfrm>
            <a:custGeom>
              <a:avLst/>
              <a:gdLst/>
              <a:ahLst/>
              <a:cxnLst/>
              <a:rect r="r" b="b" t="t" l="l"/>
              <a:pathLst>
                <a:path h="1503429" w="3683488">
                  <a:moveTo>
                    <a:pt x="28231" y="0"/>
                  </a:moveTo>
                  <a:lnTo>
                    <a:pt x="3655256" y="0"/>
                  </a:lnTo>
                  <a:cubicBezTo>
                    <a:pt x="3670848" y="0"/>
                    <a:pt x="3683488" y="12640"/>
                    <a:pt x="3683488" y="28231"/>
                  </a:cubicBezTo>
                  <a:lnTo>
                    <a:pt x="3683488" y="1475198"/>
                  </a:lnTo>
                  <a:cubicBezTo>
                    <a:pt x="3683488" y="1490790"/>
                    <a:pt x="3670848" y="1503429"/>
                    <a:pt x="3655256" y="1503429"/>
                  </a:cubicBezTo>
                  <a:lnTo>
                    <a:pt x="28231" y="1503429"/>
                  </a:lnTo>
                  <a:cubicBezTo>
                    <a:pt x="12640" y="1503429"/>
                    <a:pt x="0" y="1490790"/>
                    <a:pt x="0" y="1475198"/>
                  </a:cubicBezTo>
                  <a:lnTo>
                    <a:pt x="0" y="28231"/>
                  </a:lnTo>
                  <a:cubicBezTo>
                    <a:pt x="0" y="12640"/>
                    <a:pt x="12640" y="0"/>
                    <a:pt x="2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98ED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83488" cy="1541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43332" y="3967510"/>
            <a:ext cx="12201336" cy="345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sz="392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Seiring berkembangnya teknologi dan kebiasaan masyarakat yang lebih sering mencari informasi secara online, Dimsum Narawi membutuhkan media digital untuk mempermudah pelanggan mengenal menu, harga, dan promo.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0319" y="7205129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0" y="0"/>
                </a:moveTo>
                <a:lnTo>
                  <a:pt x="6627681" y="0"/>
                </a:lnTo>
                <a:lnTo>
                  <a:pt x="6627681" y="3081871"/>
                </a:lnTo>
                <a:lnTo>
                  <a:pt x="0" y="3081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6627681" y="3081871"/>
                </a:moveTo>
                <a:lnTo>
                  <a:pt x="0" y="3081871"/>
                </a:lnTo>
                <a:lnTo>
                  <a:pt x="0" y="0"/>
                </a:lnTo>
                <a:lnTo>
                  <a:pt x="6627681" y="0"/>
                </a:lnTo>
                <a:lnTo>
                  <a:pt x="6627681" y="30818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3447579" y="6254878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0" y="0"/>
                </a:moveTo>
                <a:lnTo>
                  <a:pt x="630552" y="0"/>
                </a:lnTo>
                <a:lnTo>
                  <a:pt x="630552" y="6637397"/>
                </a:lnTo>
                <a:lnTo>
                  <a:pt x="0" y="663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4163849" y="-2605275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630553" y="6637397"/>
                </a:moveTo>
                <a:lnTo>
                  <a:pt x="0" y="6637397"/>
                </a:lnTo>
                <a:lnTo>
                  <a:pt x="0" y="0"/>
                </a:lnTo>
                <a:lnTo>
                  <a:pt x="630553" y="0"/>
                </a:lnTo>
                <a:lnTo>
                  <a:pt x="630553" y="66373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51129" y="2881068"/>
            <a:ext cx="13985742" cy="5708333"/>
            <a:chOff x="0" y="0"/>
            <a:chExt cx="3683488" cy="15034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3488" cy="1503429"/>
            </a:xfrm>
            <a:custGeom>
              <a:avLst/>
              <a:gdLst/>
              <a:ahLst/>
              <a:cxnLst/>
              <a:rect r="r" b="b" t="t" l="l"/>
              <a:pathLst>
                <a:path h="1503429" w="3683488">
                  <a:moveTo>
                    <a:pt x="28231" y="0"/>
                  </a:moveTo>
                  <a:lnTo>
                    <a:pt x="3655256" y="0"/>
                  </a:lnTo>
                  <a:cubicBezTo>
                    <a:pt x="3670848" y="0"/>
                    <a:pt x="3683488" y="12640"/>
                    <a:pt x="3683488" y="28231"/>
                  </a:cubicBezTo>
                  <a:lnTo>
                    <a:pt x="3683488" y="1475198"/>
                  </a:lnTo>
                  <a:cubicBezTo>
                    <a:pt x="3683488" y="1490790"/>
                    <a:pt x="3670848" y="1503429"/>
                    <a:pt x="3655256" y="1503429"/>
                  </a:cubicBezTo>
                  <a:lnTo>
                    <a:pt x="28231" y="1503429"/>
                  </a:lnTo>
                  <a:cubicBezTo>
                    <a:pt x="12640" y="1503429"/>
                    <a:pt x="0" y="1490790"/>
                    <a:pt x="0" y="1475198"/>
                  </a:cubicBezTo>
                  <a:lnTo>
                    <a:pt x="0" y="28231"/>
                  </a:lnTo>
                  <a:cubicBezTo>
                    <a:pt x="0" y="12640"/>
                    <a:pt x="12640" y="0"/>
                    <a:pt x="2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98ED"/>
              </a:solidFill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83488" cy="1541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43332" y="3967510"/>
            <a:ext cx="12201336" cy="345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sz="392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Website ini dibuat untuk mempermudah pelanggan dalam mengetahui menu, harga, dan promo Dimsum Narawi secara online, serta membantu meningkatkan promosi dan penjualan dengan cara yang lebih modern dan efisien.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58697" y="1344906"/>
            <a:ext cx="4088484" cy="86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8"/>
              </a:lnSpc>
              <a:spcBef>
                <a:spcPct val="0"/>
              </a:spcBef>
            </a:pPr>
            <a:r>
              <a:rPr lang="en-US" sz="7228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ALASAN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0319" y="7205129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0" y="0"/>
                </a:moveTo>
                <a:lnTo>
                  <a:pt x="6627681" y="0"/>
                </a:lnTo>
                <a:lnTo>
                  <a:pt x="6627681" y="3081871"/>
                </a:lnTo>
                <a:lnTo>
                  <a:pt x="0" y="3081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6627681" cy="3081871"/>
          </a:xfrm>
          <a:custGeom>
            <a:avLst/>
            <a:gdLst/>
            <a:ahLst/>
            <a:cxnLst/>
            <a:rect r="r" b="b" t="t" l="l"/>
            <a:pathLst>
              <a:path h="3081871" w="6627681">
                <a:moveTo>
                  <a:pt x="6627681" y="3081871"/>
                </a:moveTo>
                <a:lnTo>
                  <a:pt x="0" y="3081871"/>
                </a:lnTo>
                <a:lnTo>
                  <a:pt x="0" y="0"/>
                </a:lnTo>
                <a:lnTo>
                  <a:pt x="6627681" y="0"/>
                </a:lnTo>
                <a:lnTo>
                  <a:pt x="6627681" y="30818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28361" y="1238754"/>
            <a:ext cx="15231278" cy="7809492"/>
          </a:xfrm>
          <a:custGeom>
            <a:avLst/>
            <a:gdLst/>
            <a:ahLst/>
            <a:cxnLst/>
            <a:rect r="r" b="b" t="t" l="l"/>
            <a:pathLst>
              <a:path h="7809492" w="15231278">
                <a:moveTo>
                  <a:pt x="15231278" y="0"/>
                </a:moveTo>
                <a:lnTo>
                  <a:pt x="0" y="0"/>
                </a:lnTo>
                <a:lnTo>
                  <a:pt x="0" y="7809492"/>
                </a:lnTo>
                <a:lnTo>
                  <a:pt x="15231278" y="7809492"/>
                </a:lnTo>
                <a:lnTo>
                  <a:pt x="152312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447579" y="6254878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0" y="0"/>
                </a:moveTo>
                <a:lnTo>
                  <a:pt x="630552" y="0"/>
                </a:lnTo>
                <a:lnTo>
                  <a:pt x="630552" y="6637397"/>
                </a:lnTo>
                <a:lnTo>
                  <a:pt x="0" y="6637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4163849" y="-2605275"/>
            <a:ext cx="630553" cy="6637397"/>
          </a:xfrm>
          <a:custGeom>
            <a:avLst/>
            <a:gdLst/>
            <a:ahLst/>
            <a:cxnLst/>
            <a:rect r="r" b="b" t="t" l="l"/>
            <a:pathLst>
              <a:path h="6637397" w="630553">
                <a:moveTo>
                  <a:pt x="630553" y="6637397"/>
                </a:moveTo>
                <a:lnTo>
                  <a:pt x="0" y="6637397"/>
                </a:lnTo>
                <a:lnTo>
                  <a:pt x="0" y="0"/>
                </a:lnTo>
                <a:lnTo>
                  <a:pt x="630553" y="0"/>
                </a:lnTo>
                <a:lnTo>
                  <a:pt x="630553" y="663739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43491" y="4704286"/>
            <a:ext cx="12001017" cy="121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5"/>
              </a:lnSpc>
            </a:pPr>
            <a:r>
              <a:rPr lang="en-US" sz="10185">
                <a:solidFill>
                  <a:srgbClr val="000000"/>
                </a:solidFill>
                <a:latin typeface="Sergio Trendy"/>
                <a:ea typeface="Sergio Trendy"/>
                <a:cs typeface="Sergio Trendy"/>
                <a:sym typeface="Sergio Trendy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DAG1usd1iwo</dc:identifier>
  <dcterms:modified xsi:type="dcterms:W3CDTF">2011-08-01T06:04:30Z</dcterms:modified>
  <cp:revision>1</cp:revision>
  <dc:title>pebi tipa</dc:title>
</cp:coreProperties>
</file>